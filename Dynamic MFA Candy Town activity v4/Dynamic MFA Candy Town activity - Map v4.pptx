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d Miller" userId="4d1e9cfc-f458-4449-89f1-1ba19e9988a3" providerId="ADAL" clId="{8C2B0B59-7861-441C-8E87-8B4E0303A991}"/>
    <pc:docChg chg="delSld">
      <pc:chgData name="Reed Miller" userId="4d1e9cfc-f458-4449-89f1-1ba19e9988a3" providerId="ADAL" clId="{8C2B0B59-7861-441C-8E87-8B4E0303A991}" dt="2025-11-11T15:48:24.192" v="0" actId="47"/>
      <pc:docMkLst>
        <pc:docMk/>
      </pc:docMkLst>
      <pc:sldChg chg="del">
        <pc:chgData name="Reed Miller" userId="4d1e9cfc-f458-4449-89f1-1ba19e9988a3" providerId="ADAL" clId="{8C2B0B59-7861-441C-8E87-8B4E0303A991}" dt="2025-11-11T15:48:24.192" v="0" actId="47"/>
        <pc:sldMkLst>
          <pc:docMk/>
          <pc:sldMk cId="1138719706" sldId="257"/>
        </pc:sldMkLst>
      </pc:sldChg>
      <pc:sldChg chg="del">
        <pc:chgData name="Reed Miller" userId="4d1e9cfc-f458-4449-89f1-1ba19e9988a3" providerId="ADAL" clId="{8C2B0B59-7861-441C-8E87-8B4E0303A991}" dt="2025-11-11T15:48:24.192" v="0" actId="47"/>
        <pc:sldMkLst>
          <pc:docMk/>
          <pc:sldMk cId="1671073205" sldId="258"/>
        </pc:sldMkLst>
      </pc:sldChg>
      <pc:sldChg chg="del">
        <pc:chgData name="Reed Miller" userId="4d1e9cfc-f458-4449-89f1-1ba19e9988a3" providerId="ADAL" clId="{8C2B0B59-7861-441C-8E87-8B4E0303A991}" dt="2025-11-11T15:48:24.192" v="0" actId="47"/>
        <pc:sldMkLst>
          <pc:docMk/>
          <pc:sldMk cId="2327194143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0CADB-00E4-4DC2-9E65-628ABA3A39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A9BC-56B2-4649-93A5-F868DD80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55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0CADB-00E4-4DC2-9E65-628ABA3A39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A9BC-56B2-4649-93A5-F868DD80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98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0CADB-00E4-4DC2-9E65-628ABA3A39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A9BC-56B2-4649-93A5-F868DD80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2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0CADB-00E4-4DC2-9E65-628ABA3A39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A9BC-56B2-4649-93A5-F868DD80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89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0CADB-00E4-4DC2-9E65-628ABA3A39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A9BC-56B2-4649-93A5-F868DD80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9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0CADB-00E4-4DC2-9E65-628ABA3A39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A9BC-56B2-4649-93A5-F868DD80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7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0CADB-00E4-4DC2-9E65-628ABA3A39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A9BC-56B2-4649-93A5-F868DD80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4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0CADB-00E4-4DC2-9E65-628ABA3A39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A9BC-56B2-4649-93A5-F868DD80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10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0CADB-00E4-4DC2-9E65-628ABA3A39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A9BC-56B2-4649-93A5-F868DD80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0CADB-00E4-4DC2-9E65-628ABA3A39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A9BC-56B2-4649-93A5-F868DD80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51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0CADB-00E4-4DC2-9E65-628ABA3A39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A9BC-56B2-4649-93A5-F868DD80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85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0CADB-00E4-4DC2-9E65-628ABA3A39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6A9BC-56B2-4649-93A5-F868DD80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5554FF9-39E4-41F1-85B0-EAD475BA2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716362"/>
              </p:ext>
            </p:extLst>
          </p:nvPr>
        </p:nvGraphicFramePr>
        <p:xfrm>
          <a:off x="687111" y="844731"/>
          <a:ext cx="7769778" cy="55993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4186">
                  <a:extLst>
                    <a:ext uri="{9D8B030D-6E8A-4147-A177-3AD203B41FA5}">
                      <a16:colId xmlns:a16="http://schemas.microsoft.com/office/drawing/2014/main" val="64071731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593170953"/>
                    </a:ext>
                  </a:extLst>
                </a:gridCol>
                <a:gridCol w="1818781">
                  <a:extLst>
                    <a:ext uri="{9D8B030D-6E8A-4147-A177-3AD203B41FA5}">
                      <a16:colId xmlns:a16="http://schemas.microsoft.com/office/drawing/2014/main" val="1091937134"/>
                    </a:ext>
                  </a:extLst>
                </a:gridCol>
                <a:gridCol w="1658051">
                  <a:extLst>
                    <a:ext uri="{9D8B030D-6E8A-4147-A177-3AD203B41FA5}">
                      <a16:colId xmlns:a16="http://schemas.microsoft.com/office/drawing/2014/main" val="105318995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10022793"/>
                    </a:ext>
                  </a:extLst>
                </a:gridCol>
                <a:gridCol w="1827240">
                  <a:extLst>
                    <a:ext uri="{9D8B030D-6E8A-4147-A177-3AD203B41FA5}">
                      <a16:colId xmlns:a16="http://schemas.microsoft.com/office/drawing/2014/main" val="4226824125"/>
                    </a:ext>
                  </a:extLst>
                </a:gridCol>
              </a:tblGrid>
              <a:tr h="5396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Sweet Street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Confectioner Blvd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Sugar Ave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655648"/>
                  </a:ext>
                </a:extLst>
              </a:tr>
              <a:tr h="12649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5-7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6-8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3465277"/>
                  </a:ext>
                </a:extLst>
              </a:tr>
              <a:tr h="126491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266915"/>
                  </a:ext>
                </a:extLst>
              </a:tr>
              <a:tr h="126491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1-3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2-4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164231"/>
                  </a:ext>
                </a:extLst>
              </a:tr>
              <a:tr h="126491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902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D90F570-4FA6-3BB7-1B3D-9CDF852E7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25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Papyrus" panose="03070502060502030205" pitchFamily="66" charset="0"/>
              </a:rPr>
              <a:t>Candy Town Map</a:t>
            </a:r>
          </a:p>
        </p:txBody>
      </p:sp>
      <p:pic>
        <p:nvPicPr>
          <p:cNvPr id="6" name="Picture 5" descr="Playground with swing and slide">
            <a:extLst>
              <a:ext uri="{FF2B5EF4-FFF2-40B4-BE49-F238E27FC236}">
                <a16:creationId xmlns:a16="http://schemas.microsoft.com/office/drawing/2014/main" id="{F93E7238-FBD0-4329-0659-6FB481C67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5819" y="1528927"/>
            <a:ext cx="1716455" cy="965505"/>
          </a:xfrm>
          <a:prstGeom prst="rect">
            <a:avLst/>
          </a:prstGeom>
        </p:spPr>
      </p:pic>
      <p:pic>
        <p:nvPicPr>
          <p:cNvPr id="8" name="Graphic 7" descr="Park with bench and trees">
            <a:extLst>
              <a:ext uri="{FF2B5EF4-FFF2-40B4-BE49-F238E27FC236}">
                <a16:creationId xmlns:a16="http://schemas.microsoft.com/office/drawing/2014/main" id="{8A9C1E24-5916-227A-E059-4574E92F04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5452" y="1558561"/>
            <a:ext cx="1611086" cy="90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47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19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Papyrus</vt:lpstr>
      <vt:lpstr>Office Theme</vt:lpstr>
      <vt:lpstr>Candy Town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Miller, Reed</dc:creator>
  <cp:lastModifiedBy>Reed Miller</cp:lastModifiedBy>
  <cp:revision>9</cp:revision>
  <dcterms:created xsi:type="dcterms:W3CDTF">2022-07-27T20:37:54Z</dcterms:created>
  <dcterms:modified xsi:type="dcterms:W3CDTF">2025-11-11T15:48:29Z</dcterms:modified>
</cp:coreProperties>
</file>